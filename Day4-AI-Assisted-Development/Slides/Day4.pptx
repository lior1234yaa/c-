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ברוכים הבאים ליום האחרון. שלושה ימים כתבנו קוד ביד; היום נלמד איך AI מאיץ את העבודה בלי לוותר על איכות. המסר המרכזי: AI כותב, אתם חותמים. שאלו כמה מהמשתתפים כבר משתמשים ב-Copilot או Claude — נתאים את הקצב.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על הלו"ז. הדגישו שהמושב האחרון עוסק ב-UI — זה מה שהמשתתפים ביקשו. ציינו שכל המעבדות משתמשות בכלי AI חי, ולכן צריך חשבון פעיל. בקשו מכולם לוודא עכשיו שהכלי שלהם מחובר.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ומסגרתי. המטרה: שפה משותפת — מה זה autocomplete, chat, agent — ולהבין את העיקרון human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שלושת הדורות חיים זה לצד זה. ככל שהאוטונומיה גדלה, גדל הצורך ברשת ביטחון: git, בדיקות, review. שאלו: מי ניסה agent mode? מה קרה?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 תתעכבו על תכונות ספציפיות — הן משתנות כל חודש. הפנו לקישורים הרשמיים במודול 1 בחומר. הנקודה: לכל קטגוריה יש כמה ספקים, והעקרונות זהים.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הדגימו חי אחד מהכלים על קוד מיום 3. אם יש בעיות התחברות אצל משתתפים — זה הזמן לפתור, לפני המעבדות.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העיקרון של כל היום. חזרו עליו בכל מודול. אנלוגיה: מפתח חדש ומוכשר שהגיע אתמול — מהיר, לא מכיר את המערכת, צריך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תנו דוגמה להזיה: מתודה כמו List.RemoveWhere שנשמעת נכונה ולא קיימת. הקומפיילר הוא קו ההגנה הראשון, אבל לא תופס לוגיקה שגויה.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הדוגמה "עובדת על המחשב שלי" ונופלת עם culture אחרת. חמש השאלות משמאל הן הסדר הקבוע לקריאת כל פלט. נחזור אליהן במודול 4 בהרחבה.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מעשי. איכות הקוד תלויה באיכות הבקשה. נלמד מבנה, איטרציה, ותבניות מוכנות.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ששת המרכיבים. לא כולם חובה בכל פעם, אבל כשפלט גרוע — כמעט תמיד חסר אחד מהם, בדרך כלל Context או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קראו את ה-prompt שורה-שורה. שימו לב שהדוגמאות הן למעשה בדיקות. הריצו אותו חי אם יש זמן והשוו את הפלט לציפיות.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הטעות הנפוצה: בקשה ענקית אחת. הדגימו איטרציה: בקשה → שגיאת קומפילציה → הדבקה → תיקון. הברווז-גומי מפתיע משתתפים — הכלי טוב בלשאול "מה קורה אם".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שתי תבניות שמשנות את איכות העבודה. בדיקות-קודם הופכת את ה-AI לשותף ב-TDD. חלופות-קודם מונעת את "הפתרון הראשון שעלה לו".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את הקבצים. עודדו להעתיק ולהתאים. תבנית 13 (סקירה) ותבנית 14 (XAML) ישמשו במעבדות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קובץ ההוראות הוא ההשקעה עם התשואה הגבוהה ביותר: פעם אחת, וכל בקשה מקבלת הקשר. הדגישו שזה גם תיעוד לצוות. Lab 4 מגיע עם קובץ כזה מוכן.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אזכור קצר בלבד. הרעיון: הקשר אמין יותר, פחות הדבקות. אבל גם סיכון אבטחה — נחזור לזה במודול הארגוני.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של דוגמאות. בכל אחת: prompt, פלט טיפוסי, ומה תיקנו. המסר: תמיד יש "מה לתקן".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משימה שחוסכת 10 דקות של הקלדה. מה שבודקים: טיפוסים (כסף, זמן), nullability, ושה-attribute מוצב נכון על פרמטר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ה-LINQ נכון "כמעט" — הקבצה לפי שם היא באג עסקי שה-AI לא יכול לדעת. בבדיקות: מלכודת InlineData עם decimal לא-שלם. הדגישו שבדיקה שמעתיקה את המימוש לא בודקת כלום.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הדגימו על Demos/Day4.Demo.LegacyMess: בקשו מהכלי לנתח code smells ואז לחלץ מתודה אחת. הריצו ו-diff מול הפלט המקורי. זה בדיוק התהליך של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רמזים למרצה: ה-AI נוטה לצבור הנחות ולהתייחס לקופון כאחוז. עברו בין המשתתפים ובדקו שהם קוראים את הקוד ולא רק מריצים בדיקות. NOTES.md בפתרון מפרט טעויות טיפוסיות.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המודול החשוב ביותר מבחינת סיכון. קוד AI נראה בטוח בעצמו — לכן צריך צ'ק-ליסט ולא אינטואיציה.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הצ'ק-ליסט המלא בחומר. בקשו מהמשתתפים לשמור אותו פתוח בזמן Lab 3. הדגישו: "נראה טוב" הוא לא קריטריון.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קוד AI נוטה לייצר אזהרות nullable — TreatWarningsAsErrors הופך אותן לחסימה. ב-Lab 3 ה-analyzers תופסים לבד את CS8603. הראו את הקבצים בפתרון.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ארבעה באגים שמופיעים שוב ושוב. הריצו את תרגיל 9 בפתרונות (de-DE) — המספר 1990 במקום 19.90 משכנע יותר מכל הסבר.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שמונת הבאגים מופיעים ב-Lab 3 בקטעים "שנוצרו ב-AI". שאלו: איזה מהם ה-analyzers היו תופסים? (מעט מאוד — לכן צריך סוקר.)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הדגימו: הדביקו קטע מ-Lab 3 בשיחה חדשה עם תבנית 13. השוו את הממצאים לצ'ק-ליסט. שימו לב ל-false positives — גם הם חלק מהלמידה.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השלב הראשון בלי AI הוא קריטי — לאמן את העין. הפתרון כולל FINDINGS.md עם 22 ממצאים ורשימת false positives טיפוסיים. שימו לב ל-S2 (ללא בדיקה בזמן ריצה — סקירה בקריאה בלבד).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כשקוד נכתב מהר, המבנה הוא מה שמונע ערימה. נבנה שכבות, DI, options, logging — גם ב-WPF.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בפרויקט קטן זה יכול להיות תיקיות בפרויקט אחד — מה שחשוב הוא כיוון התלויות. AI יפר את זה בשמחה (HttpClient ב-ViewModel) אלא אם קובץ ההוראות אומר אחרת.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הריצו את הדמו (ב-Windows) או הראו את הקוד. הדגישו: constructor injection, לא service locator. ה-Options וה-ILogger מגיעים "בחינם" מה-host.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מנגנונים ששווה להכיר גם למי שלא בונה WPF: Options, ILogger, והפשטת הזמן. הבדיקה בתחתית מראה למה זה משתלם.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לא כתאוריה אלא כתיקונים קונקרטיים. ADRs עוזרים גם ל-AI להבין "למה". Refactoring קבוע — אחרת AI מצטבר לערימה.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חיבור בין מודול 2 (הוראות) למודול 5 (ארכיטקטורה). הדגישו: ממשק שווה כשיש מימוש שני — אמיתי או 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מעבדה לתרגול עצמי או ליום נוסף. הטעות הנפוצה: עיגול "כדי להיות מדויק" ששובר את ה-golden master. NOTES.md בפתרון מפרט. Demos/Day4.Demo.Refactored הוא דוגמה מקבילה.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מ"אני" ל"אנחנו". בלי מספרים מומצאים — עקרונות, ותמיד: בדקו את החוזה והתיעוד של הספק.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 תצטטו תנאים ספציפיים — הם משתנים. הפנו ל-trust centers של הספקים. הדגישו את הטבלה: איזה מידע, לאיזה כלי. סודות — אפס סובלנות.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ארבעה עמודים של מדיניות. הנקודה החשובה: מי שעשה commit — אחראי. שקיפות ב-PR ("Generated with…; reviewed by…") מקובלת.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אין קסם: CI רגיל וטוב. אל תמציאו step ל-AI review — הוא מוגדר בכלי עצמו. הדגישו שסוכן שמייצר PR ענק הוא בעיה של תהליך, לא של כלי.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DORA-style. "יותר קוד = יותר ערך" הוא הטעות הנפוצה. ה-playbook הוא דוגמה — התאימו לארגון. אל תאסרו לגמרי: המפתחים ישתמשו בחשבון אישי בסתר.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טבלה שאפשר להעתיק למסמך המדיניות של הארגון. שאלו את המשתתפים איזה סיכון הכי רלוונטי אצלם — בדרך כלל דליפת נתונים ו-PRs גדולים.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המושב שהמשתתפים ביקשו. UI הוא המקום שבו AI חוסך הכי הרבה זמן — ומייצר הכי הרבה "כמעט נכון". נחבר את כל היום: prompt, review, ארכיטקטורה.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הערה כנה: רוב כלי ה-Prompt-to-UI מייצרים web. ל-WPF/WinForms — העוזרים ב-IDE ומודלי צ'אט. אפשר לעצב ב-v0/Figma ולבקש "translate this layout to WPF XAML". בדקו בתיעוד העדכני של כל כלי.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ששה שלבים, כל אחד קצר. הסיבוב הראשון נותן מבנה, השני איכות. הדגימו חי את השלבים 2–4 עם Demos/Day4.Demo.AiGeneratedUi כתוצאה הסופית.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שימו לב לחתימות ה-ViewModel המודבקות — בלעדיהן הכלי ממציא שמות. הסקיצה (ASCII) נמצאת בחומר. ה"Constraints" מונעים את שלוש הטעויות הנפוצות: ספרייה חיצונית, צבעים קשיחים, code-behind.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הפלט הראשון תמיד "כמעט". שלוש הבעיות משמאל הן הנפוצות ביותר. פתחו את הפרויקט האמיתי והראו את הגרסה אחרי הסקירה — כולל design-time data במעצב.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בקשות ממוספרות וקונקרטיות. "Show only changed parts" חוסך זמן סקירה. הריצו חי אם אפשר — המשתתפים אוהבים לראות את ה-empty state מופיע.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RTL הוא הפינה שהכי קל לשכוח ושהכי כואבת בסוף. הדגימו: FlowDirection על Window, ואז שדה סכום עם LeftToRight. שאלו מי כבר נתקל ב-DockPanel הפוך.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טבלת המלכודות המלאה בחומר, עם תיקון לכל שורה. העקביות מגיעה מ-ResourceDictionary + הוראות — לא מ"בקשה יפה". Demos/Day4.Demo.AiGeneratedUi מדגים את כולם.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סגירה של המודול: הבחירה בין WPF ל-Blazor היא ארכיטקטונית, ו-AI לא משנה אותה — רק מאיץ. רשימת "מה הלאה" עם קישורים בחומר.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ה-capstone. Starter מגיע עם CLAUDE.md, copilot-instructions.md, Themes ו-Mvvm.cs. הפתרון מפוצל ל-Core (נבדק ב-CI) + WPF. הטעויות הטיפוסיות ב-NOTES.md: async void, DateTime.Now, catch ריק, binding ל-Form.AddCommand.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רגע לעצור. שאלו: מה הדבר האחד שתעשו אחרת ביום ראשון בבוקר? תנו לכמה משתתפים לענות.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 ארבעת הימים בשורה לכל יום. הזכירו את החומרים שנשארים אצלם. פתחו לשאלות ולמשוב על הקורס. תודה למשתתפים.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200400"/>
            <a:ext cx="4114800" cy="4114800"/>
          </a:xfrm>
          <a:prstGeom prst="ellipse">
            <a:avLst/>
          </a:prstGeom>
          <a:solidFill>
            <a:srgbClr val="7C5CE6">
              <a:alpha val="25000"/>
            </a:srgbClr>
          </a:solidFill>
          <a:ln w="12700">
            <a:solidFill>
              <a:srgbClr val="7C5CE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B020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459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בעזרת AI וקוד ניתן לתחזוקה</a:t>
            </a:r>
            <a:endParaRPr lang="he-IL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7490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Claude, Cursor — מ-prompt ועד review, ארכיטקטורה ומדיניות ארגונית</a:t>
            </a:r>
            <a:endParaRPr lang="he-IL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5212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4 מתוך 4 · 09:00–16:30 · מושב סיום: כלי AI לפיתוח UI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הזמנים והמטרות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מודול 1–2: תהליכי עבודה עם AI, Prompt Engineering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→ צ'אט → סוכן; קובצי הוראות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 מודול 3 + Lab 1: האצת קוד, פיצ'ר עם בדיקות קודם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13:15 מודול 4 + Lab 3: סקירת קוד AI — צ'ק-ליסט ובאגים עדינים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14:35 מודול 5–6: ארכיטקטורה, DI, מדיניות ארגונית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15:35 מודול 7 — מושב הסיום: כלי AI לפיתוח UI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16:10 סיכום הקורס ו"מה הלאה"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(refactoring) ו-Lab 4 (capstone WPF) — תרגול עצמי/בית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תהליכי פיתוח בעזרת AI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השלמה, צ'אט, סוכנים — ומי אחראי על מה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דורות של עזרה מ-AI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(Autocomplete)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השורה/הפונקציה הבאה תוך כדי הקלדה. Copilot inline. מתאים ל-boilerplate. אתם מאשרים כל שורה.</a:t>
            </a:r>
            <a:endParaRPr lang="he-IL" sz="15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69557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577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(Chat)</a:t>
            </a:r>
            <a:endParaRPr lang="he-IL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על הקוד: הסבר, מצא באג, כתוב בדיקה, הצע חלופות. Copilot Chat, Claude, ChatGPT, JetBrains AI.</a:t>
            </a:r>
            <a:endParaRPr lang="he-IL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6473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75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(Agent)</a:t>
            </a:r>
            <a:endParaRPr lang="he-IL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 משימה, קורא קבצים, עורך, מריץ build/tests. Claude Code, Copilot agent mode, Cursor, Codex. אתם בודקים תוצאה.</a:t>
            </a:r>
            <a:endParaRPr lang="he-IL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הכלים (בדקו בתיעוד העדכני)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/ היכן רץ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— VS, VS Code, JetBrains, CLI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Claude Code — אתר, CLI, תוספי IDE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Codex — אתר, CLI, תוסף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Windsurf — IDE עצמאי (מבוסס VS Code)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AI Assistant — Rider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מתאים במיוחד ל-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השלמות, צ'אט על הקוד, agent mode, סקירת PR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רב-קבציות, הסברים, refactoring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כללי, יצירת קוד, סוכן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מונחית-AI + כללי פרויקט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מפתחי Rider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 מהירה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02975" y="15087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0297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2022 + Copilot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 GitHub Copilot ב-Installer → התחברות עם חשבון GitHub → View → GitHub Copilot Chat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02975" y="24231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297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הרחבות GitHub Copilot + Copilot Chat (או Claude Code) + C# Dev Kit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02975" y="33375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02975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(CLI)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לתיקיית הפרויקט → claude → משימה בשפה חופשית; מציג diff ומבקש אישור להרצת פקודות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02975" y="42519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02975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נפרד; Chat/Agent; כללי פרויקט ב-.cursorrules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11002975" y="51663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02975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ניסיון ראשון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פתחו קובץ C# מיום 3 ובקשו "Explain this file" — ואז "find potential bugs"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 — "AI כותב, אתם חותמים"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ניסוח המשימה — מה בדיוק, אילו אילוצים, מה זה הצלחה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קריאת ה-diff — כל שינוי נקרא לפני שהוא נכנס ל-git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אימות — build, tests, analyzers, הרצה עם קלט אמיתי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Code Review — קוד AI עובר PR בדיוק כמו קוד אנושי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אתם לא מוכנים לחתום על שורה — היא לא נכנסת</a:t>
            </a:r>
            <a:endParaRPr lang="he-IL" sz="20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 AI טוב — ובמה מסוכן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טוב מאוד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Boilerplate: DTOs, מיפויים, INotifyPropertyChanged, CRUD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קוד קיים, תרגום בין ספריות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ראשוניות, regex, דוגמאות שימוש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שמות, פירוק מתודות, XML docs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שותף לחשיבה: חלופות ו-trade-offs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חלש / מסוכן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ו-packages מומצאים ("הזיות")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ידע לא עדכני: WebClient, BinaryFormatter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אבטחה: SQL בשרשור, סודות, path traversal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גדול — רואה פחות, ממציא יותר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עסקיות שלא כתבתם — הוא ניחש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ביקורתית של פלט AI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פלט טיפוסי: "parse a date from the user"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date = DateTime.Parse(input);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הגרסה שנחתום עליה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(!DateTime.TryParseExact(input, "yyyy-MM-dd",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CultureInfo.InvariantCulture,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DateTimeStyles.None, out var date))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FormatException(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$"Expected yyyy-MM-dd, got '{input}'.");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מתקמפל? build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עושה מה שביקשתי? כולל מקרי קצה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בקלט שגוי?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הוסיף שלא ביקשתי?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תואם לארכיטקטורה שלנו?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למפתחים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= מפרט טכני קצר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האנטומיה של Prompt טוב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"Senior .NET developer who values readable code"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10, WPF, MVVM, System.Text.Json, הקוד הרלוונטי מודבק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בדיוק: "Implement CalculateDiscount in the class below"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packages, thread-safe, keep public API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→ פלט: "3 × 100 → 285 (5% over 250)"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"Return only the C# file, then a 3-line summary"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דוגמה: prompt מלא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senior C# developer.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.NET 10 console app, nullable enabled,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file-scoped namespaces.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Write static ParseCsvLine(string line) -&gt; string[]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supporting quoted fields with commas and "" escapes.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no Regex, no external packages, O(n).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a,b,c        -&gt; ["a","b","c"]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"x, y",z     -&gt; ["x, y","z"]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"say ""hi""" -&gt; ["say \"hi\""]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the method with XML docs + 5 xUnit test cases.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טכני מדויק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עם חתימה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אילוצים שמונעים "יצירתיות"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= קריטריון הצלחה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 פלט חוסך ניקוי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תנו הקשר, עבדו באיטרציות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הדביקו את הקוד הרלוונטי — ממשק, מודל, בדיקה נכשלת — לא את כל הפרויקט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ב-IDE: בחירה + #file (Copilot) / @file (Cursor); סוכנים קוראים לבד — כוונו אותם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שגיאה מלאות: "This fails with CS0246… fix without adding packages"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לולאה: בקשה קצרה → build/test → הדבקת שגיאה → חידוד → ניקוי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ארוכה = רעש; פתחו חדשה עם סיכום ההחלטות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"הסבר", "מצא את הבאג", ברווז גומי: "ask me questions that reveal holes"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קודם · חלופות לפני מימוש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first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xUnit tests for IDiscountRule from this spec. Do not implement yet."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יותר לסקור בדיקות מאשר מימוש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אישור: "Now implement so the tests pass. Show the diff only."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בדיוק Lab 1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&amp; trade-offs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2–3 ways to persist settings in WPF (JSON, registry, user settings)"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each: pros/cons and when you would choose it. No code yet."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החלטת עיצוב נשארת שלכם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מונע מימוש שרירותי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תבניות — Demos/Prompts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מ-JSON · LINQ ממשפט · ViewModel ל-MVVM · בדיקות xUnit · Tests-first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עם שמירת התנהגות · הסבר קוד · מצא את הבאג · Regex עם עוגנים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מיגרציה (Newtonsoft → System.Text.Json) · XML docs · commit / PR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קפדנית (סיבוב שני) · חלון WPF (XAML) עם RTL ומצבים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תבניות בעברית ובאנגלית — templates-he.md / templates-en.md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שמרו את הספרייה בריפו הצוותי: docs/prompts/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הוראות לפרויקט: CLAUDE.md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(קטע)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Orders Desktop — project instructions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.NET 10, C# 14, WPF, MVVM without 3rd-party frameworks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System.Text.Json only; HttpClient via IHttpClientFactory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Structure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src/Orders.Domain -&gt; entities, rules (no dependencies)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src/Orders.Application -&gt; services, interfaces, DTOs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src/Orders.Infrastructure -&gt; JSON repos, HTTP clients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src/Orders.Wpf -&gt; Views, ViewModels, App.xaml.cs (DI)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DateTime.Now in business logic; inject IClock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swallow exceptions; no logic in code-behind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FlowDirection="RightToLeft"; styles from Themes/*.xaml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dotnet build · dotnet test · dotnet format --verify-no-changes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נקרא אוטומטית בכל בקשה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Copilot: .github/copilot-instructions.md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Cursor: .cursorrules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מתעד מוסכמות גם לבני אדם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מלאה ב-Demos/Prompts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הקשר ממקורות חיצוניים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Protocol: פרוטוקול פתוח לחיבור כלי AI ל"שרתי הקשר"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DB, GitHub, טיקטים, תיעוד פנימי, כלי build — הכלי שואל במקום שתדביקו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נתמך ב-Claude Code, Copilot, Cursor ואחרים — בדקו בתיעוד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ערוץ שדרכו נתונים יוצאים → אישור שרתים ברשימה לבנה (מודול 6)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modelcontextprotocol.io</a:t>
            </a:r>
            <a:endParaRPr lang="he-IL" sz="20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האצת כתיבת קוד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· תוצאה ריאליסטית · מה היה צריך לתקן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מ-JSON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Prompt: records for this API response, System.Text.Json,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decimal for money, DateTimeOffset for dates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OrderDto(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JsonPropertyName("order_id")] int OrderId,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JsonPropertyName("customer")] CustomerDto Customer,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JsonPropertyName("items")] List&lt;OrderItemDto&gt; Items,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JsonPropertyName("created_at")]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DateTimeOffset CreatedAt);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CustomerDto(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JsonPropertyName("id")] int Id,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JsonPropertyName("name")] string Name,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JsonPropertyName("email")] string? Email);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OrderItemDto(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JsonPropertyName("sku")] string Sku,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JsonPropertyName("qty")] int Qty,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JsonPropertyName("unit_price")] decimal UnitPrice);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תיקנו: unit_price היה double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→ enum + JsonStringEnumConverter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בדקו [property: …] על records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יכול להיות null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 משפה טבעית · בדיקות xUnit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"top 3 customers by revenue in 2025"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top = orders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.Where(o =&gt; o.Date.Year == 2025)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.GroupBy(o =&gt; o.CustomerName)          // עדיף CustomerId!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.Select(g =&gt; (Name: g.Key,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Revenue: g.Sum(o =&gt; o.Items.Sum(i =&gt; i.Qty * i.UnitPrice))))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.OrderByDescending(x =&gt; x.Revenue)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.Take(3).ToList();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"xUnit tests for DiscountCalculator.Calculate"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[Theory]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[InlineData(100, 1, 100)]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[InlineData(300, 1, 285)]     // 5%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[InlineData(100, 10, 90)]     // 10%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[InlineData(300, 10, 270)]    // larger wins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Calculate_ReturnsExpected(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decimal sub, int qty, decimal exp)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Assert.Equal(exp, DiscountCalculator.Calculate(sub, qty));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לפי שם — שני לקוחות עם אותו שם?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ToList: לא לחשב שוב בכל מעבר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InlineData + decimal: 19.9 יגיע כ-double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שמעתיקות את הנוסחה = חסרות ערך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Refactoring, מיגרציה, commit — עם רשת ביטחון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method: "Extract lines 12–30 into ValidateOrder(Order); keep behavior"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pattern: "Replace the switch with Strategy: IPaymentHandler + DI registration"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רק עם בדיקות או golden master (פלט "לפני" להשוואה) — Lab 2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מיגרציה Newtonsoft → System.Text.Json: "keep JSON identical; list behavioral differences"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תיקנו: JsonSerializerOptions חדש בכל קריאה → static readonly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Commit/PR: "conventional commit, subject ≤ 72, body = why" — וקראו לפני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Generate → Verify → Own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— פיצ'ר ממפרט עם AI, בדיקות קודם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קראו את הבדיקות ב-Starter והריצו — 18 נכשלות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מלאו דף עבודה: Role/Context/Task/Constraints/Examples/Output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שלחו prompt עם הממשק, המודל והבדיקות; build + test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תקנו בעזרת הודעות הכישלון המלאות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לפי הצ'ק-ליסט + סקירת AI שנייה (תבנית 13)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הוסיפו בדיקה Volume+Coupon ותקנו אם צריך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לממש מנוע כללי הנחה (IDiscountEngine) כשהבדיקות כבר קיימות ונכשלות — עם prompt worksheet וסקירה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test ירוק ב-Starter, דף עבודה מלא, בדיקה חדשה שנוספה ועוברת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ואימות של קוד AI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but verify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צ'ק-ליסט הסקירה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נכונות ומקרי קצה: null, ריק, אפס, שלילי, אוסף ריק, עברית/Unicode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אבטחה: injection, סודות בקוד, path traversal, deserialization, PII בלוגים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ביצועים: N+1, ToList מיותר, Regex בלי cache, Options חדש בכל קריאה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Async: async void, .Result/.Wait, CancellationToken שלא מועבר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 ומשאבים: catch ריק, throw ex, HttpClient ב-using, קבצים פתוחים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רישוי/העתקה, תלויות NuGet חדשות, עקביות עם הארכיטקטורה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עם כלים — לא רק עיניים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Directory.Build.props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&lt;PropertyGroup&gt;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&lt;Nullable&gt;enable&lt;/Nullable&gt;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&lt;TreatWarningsAsErrors&gt;true&lt;/TreatWarningsAsErrors&gt;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&lt;AnalysisLevel&gt;latest-recommended&lt;/AnalysisLevel&gt;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&lt;EnforceCodeStyleInBuild&gt;true&lt;/EnforceCodeStyleInBuild&gt;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&lt;/PropertyGroup&gt;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CI --&gt;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build -warnaserror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format --verify-no-changes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Roslyn analyzers (CAxxxx) מובנים ב-SDK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TreatWarningsAsErrors: אזהרת nullable = build נכשל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format לפי .editorconfig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SonarLint, Roslynator, StyleCop — נוספים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הרצה עם קלט אמיתי: עברית, תאריכים, de-DE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עדינים שחוזרים בפלט AI (1)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async void — חריגה מפילה את התהליך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void LoadAsync() { await _api.GetAsync();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 LoadAsync() { await _api.GetAsync(); }   // תיקון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parsing תלוי-תרבות: ב-de-DE "19.90" → 1990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decimal.Parse("19.90");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decimal.Parse("19.90", CultureInfo.InvariantCulture);        // תיקון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Now לעומת UtcNow (שעון קיץ, אזורי זמן)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expires = DateTime.Now.AddHours(1);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expires = DateTimeOffset.UtcNow.AddHours(1);              // תיקון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ועדיף: TimeProvider מוזרק → ניתן לבדיקה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off-by-one: "the last n items"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items.Skip(items.Count - n - 1)                               // n+1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items.Skip(Math.Max(0, items.Count - n))                      // תיקון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void רק ל-event handlers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 מכונה = Invariant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= תלות שמזריקים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גבולות: בדיקה עם 0, 1, n, n+1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עדינים שחוזרים בפלט AI (2)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HttpClient חדש בכל קריאה → מיצוי sockets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client = new HttpClient();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תיקון: מופע מוזרק / IHttpClientFactory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Dictionary ממספר threads → השחתה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Dictionary&lt;string, int&gt; _cache = new();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ConcurrentDictionary&lt;string, int&gt; _cache = new();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 בליעת חריגות: "לא נפל" ≠ "עבד"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Save(); } catch {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Save();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(IOException ex) { _logger.LogError(ex, "Save failed"); throw; 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 path traversal: "..\..\secrets.txt"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path = Path.Combine(root, userFileName);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full = Path.GetFullPath(Path.Combine(root, userFileName));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safeRoot = Path.GetFullPath(root) + Path.DirectorySeparatorChar;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(!full.StartsWith(safeRoot)) throw new UnauthorizedAccessException();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משאבים: מי מחזיק, מי משחרר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thread-safety לא נראה בבדיקה בודדת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ריק = ממצא כמעט תמיד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משתמש בנתיב = אבטחה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סוקר AI · סקירת PR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שכתב "מאמין" בקוד — בקשו סקירה בשיחה חדשה או בכלי אחר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תבנית 13: "strict senior reviewer; check null, async, culture, IDisposable, thread safety, injection… severity + minimal fix"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the assumptions" · "5 inputs that would break this" · "what would a security auditor flag"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code review ב-PR מציע הערות בשורות; Claude סוקר diff/PR — בדקו בתיעוד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 AI = קלט לסוקר האנושי. merge מאשר אדם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10 דקות: דרישה → build/test/format → צ'ק-ליסט → AI שני → תיקון → commit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סקירת קוד שנוצר ב-AI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ידנית לפי הצ'ק-ליסט — בלי AI (20 דק')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טבלת ממצאים: קובץ, שורה, קטגוריה, חומרה, תיקון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AI שנייה עם תבנית 13 — מה פספסתם? מה הוא פספס? false positives?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תיקון מינימלי לכל ממצא; build ללא אזהרות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את הבדיקות העצמיות ב-Program.cs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TreatWarningsAsErrors + AnalysisLevel — מה נתפס אוטומטית?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קטעי C# "מ-AI" שמתקמפלים ונראים סבירים; בכל אחד 1–3 באגים מוסתרים. סקירה ידנית, סקירת AI שנייה, תיקון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טבלת ממצאים (≥ 12), קבצים מתוקנים, dotnet run מדפיס ALL CHECKS PASSED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 ניתנת לתחזוקה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השלד שקוד AI צריך להשתלב בו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שכבות — התלויות מצביעות פנימה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ViewModels — "איך זה נראה". מכיר Application. אפס לוגיקה עסקית.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use-cases, ממשקים (IOrderRepository), DTOs — "מה המערכת עושה".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value objects, rules — "מה נכון עסקית". ללא תלויות בכלל.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JSON/DB repositories, HTTP, קבצים, שעון — מממש את ממשקי Application.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+ Hosting — גם ב-WPF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App.xaml.cs (Demos/Day4.Demo.DiHostWpf)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partial class App : Application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IHost _host = Host.CreateDefaultBuilder()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.ConfigureServices((ctx, services) =&gt;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services.Configure&lt;AppOptions&gt;(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ctx.Configuration.GetSection("App"));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services.AddSingleton&lt;IClock, SystemClock&gt;();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services.AddSingleton&lt;IOrderRepository,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JsonOrderRepository&gt;();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services.AddTransient&lt;OrderService&gt;();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services.AddTransient&lt;MainViewModel&gt;();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services.AddTransient&lt;MainWindow&gt;();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override async void OnStartup(StartupEventArgs 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_host.StartAsync();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_host.Services.GetRequiredService&lt;MainWindow&gt;().Show();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Microsoft.Extensions.Hosting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להסיר StartupUri מ-App.xaml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CreateDefaultBuilder קורא appsettings.json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 / Transient — לפי משמעות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MainWindow(MainViewModel vm) בבנאי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pattern · ILogger · בדיקתיות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appsettings.json: { "App": { "DataFile": "...", "Currency": "ILS" }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AppOptions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DataFile { get; set; } = "orders.json";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Currency { get; set; } = "ILS";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OrderService(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IOrderRepository repo, IClock clock,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IOptions&lt;AppOptions&gt; options, ILogger&lt;OrderService&gt; logger)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async Task&lt;Order&gt; CreateAsync(NewOrderRequest req,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CancellationToken ct)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order = Order.Create(req.CustomerId, req.Lines,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clock.UtcNow);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repo.SaveAsync(order, ct);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logger.LogInformation("Order {OrderId} created ({Currency})",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order.Id, options.Value.Currency);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order;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בבדיקה: new OrderService(new InMemoryRepo(), new FakeClock(..))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קבועים קסומים בקוד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logging: placeholders, לא interpolation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לכל מה שמדבר עם העולם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TimeProvider מובנה ב-.NET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constructor (C# 12+)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בקצרה · מוסכמות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עם C#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OrderProcessor שמחשב+שומר+מדפיס → 3 מחלקות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O: switch על סוג הנחה → IDiscountRule + רשימה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L: ReadOnlyRepository שזורק ב-Save → ממשק נפרד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IRepository עם 15 מתודות → Read / Write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new SmtpClient() בתוך service → IEmailSender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מוסכמות שמחזיקות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file-scoped namespaces, nullable, מחלקה לקובץ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PascalCase / _camelCase / I-prefix / Async-suffix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מתודות עד ~30 שורות; קובץ 800 שורות = אזהרה (גם ל-AI)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קצר ונכון; ADR לכל החלטה משמעותית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 טכני: 10–15% מהספרינט + "כלל הצופה"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לשמור קוד AI עקבי עם הארכיטקטורה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קובצי הוראות מתארים שכבות, כללים ואיסורים (CLAUDE.md / copilot-instructions.md)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תבנית אחת "מושלמת" להפניה: "Follow the pattern in Services/CustomerService.cs"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Analyzers + .editorconfig אוכפים סגנון אוטומטית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ארכיטקטורה: Domain לא מפנה ל-Infrastructure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עם שאלה קבועה: "האם זה בשכבה הנכונה?"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טעויות: service locator, singleton עם state של מסך, ממשק לכל מחלקה "כי ככה עושים"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— Refactoring של legacy עם Golden Master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רשת ביטחון: diff מול expected-output.txt + commit + בדיקת golden master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עם AI: code smells לפי סיכון + מבנה יעד — בלי קוד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צעדים קטנים: extract → record + parser → decimal → services + DI → tests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כל צעד: run + diff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סקירה: אין double, אין מספרי קסם, Program = composition root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AI שנייה ותיקונים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SubscriptionBiller מבולגן (מתודה אחת, מספרי קסם, double לכסף) → services + ממשקים + DI + בדיקות, בלי לשנות תו אחד בפלט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run זהה ל-expected-output.txt, ≥ 3 שירותים עם DI, ≥ 8 בדיקות כולל golden master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 AI בסביבה ארגונית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מדיניות, אבטחה, CI, מדידה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פרטיות נתונים וקניין רוחני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השאלה: מה קורה לטקסט שאני שולח? אימון? שמירה? היכן? — תלוי בתוכנית ובספק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 ארגוניות בד"כ: אי-שימוש לאימון, ניהול מרכזי, SSO, audit — קראו את המסמכים העדכניים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/ cloud פרטי (Azure OpenAI, Bedrock, Vertex, מודלים פתוחים) — קיימים, עם trade-offs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פתוח/תרגול: מותר · קוד קנייני: רק בתוכנית מאושרת · PII: רק באישור DPO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סודות (מפתחות, סיסמאות, connection strings): לעולם לא, בשום כלי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הדבקה: חפשו password/apikey/token; placeholders &lt;REDACTED&gt;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רישוי · Compliance · שערי סקירה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רישוי ו-IP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 עשוי לדמות קוד קיים; סינון קוד ציבורי ו-indemnification בתוכניות ארגוניות (בדקו). SCA על קוד AI כמו על כל תלות.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Audit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תעדו: אילו כלים מאושרים, למי, לאילו נתונים. שרתי MCP ברשימה לבנה. ADR למדיניות.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בעלות ו-Review gates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הבדל באחריות בין קוד AI לאנושי. כל קוד עובר PR; סוכן לא עושה merge; reviewer אנושי + branch protection.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חובה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-warnaserror, format --verify-no-changes, tests, secret scanning, SCA. סקירת AI = הערה, לא check חוסם.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— השלד הרגיל, AI מצטרף כסוקר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[pull_request]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actions/setup-dotnet@v4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dotnet-version: '10.0.x'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restore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build --no-restore -warnaserror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format --verify-no-changes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dotnet test --no-build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CI לקוד אנושי ו-AI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code review / Claude — דרך הגדרות הריפו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תוצאת AI review = הערה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קטנים — אחרת לא נסקרים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scanning + SCA כ-steps נוספים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מדידת השפעה · הכשרה · הטמעה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מודדים (לא שורות קוד!)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time: מ-issue ל-merge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rate, defects per release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review — האם PRs נתקעים?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שביעות רצון מפתחים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לפני, בדיקה אחרי 3 חודשים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ותוכנית 90 יום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סדנה (כמו היום), קובצי הוראות בכל ריפו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ספריית prompts צוותית, AI champion, pairing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 מדיניות ואישורים (שבועות 1–2)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פיילוט — צוות אחד, CI מחמיר, baseline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הרחבה — עוד צוותים, AI review ב-PR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ייצוב — מדדים, עדכון מדיניות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 ומיתונים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דליפת סודות/נתונים → מדיניות + secret scanning + תוכנית ארגונית + הדרכה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לא בטוח → analyzers, SAST, צ'ק-ליסט, בדיקות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APIs/חבילות מומצאים → build ב-CI, dotnet add package ידני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ירידה במיומנות → הסבר חובה ב-PR, pairing, ימי "ללא AI" למתחילים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ענקיים → כלל גודל, משימות קטנות לסוכנים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תלות בספק → prompts בקבצים, לא בכלי; מעקב חלופות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→ מושבים לפי צורך, מעקב שימוש ב-admin console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AI לפיתוח ממשק משתמש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 הסיום: מסקיצה ל-XAML מחובר ל-ViewModel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קטגוריות של כלי AI ל-UI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עוזרים בתוך ה-IDE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Claude Code, Cursor, JetBrains AI — XAML / WinForms / Blazor ישירות בפרויקט, עם הקשר של ה-ViewModel. הדרך הראשית שלנו.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Prompt-to-UI (web)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by Vercel, Lovable, Bolt.new — אפליקציית React/Next מתיאור, עם preview. אב-טיפוס מהיר; פלט web.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עם AI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AI / Figma Make, Uizard, Galileo AI — mockups ומסכים, לפעמים קוד ראשוני. תיאום עם מעצבים.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תמונה/סקיצה → קוד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screenshot-to-code; Claude/Copilot עם תמונה כקלט; תוספי Figma design-to-code. שחזור מסך קיים.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עבודה ל-C# desktop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33455" y="146304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33455" y="14630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סקיצה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/ Figma / ASCII: אילו אזורים, מה בכל אזור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33455" y="225552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33455" y="22555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0980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+ ViewModel + אילוצים: MVVM, RTL, resources, מידות, מצבים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33455" y="304800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33455" y="3048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0228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מייצר — build מיד; הסירו namespaces/controls מומצאים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33455" y="384048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33455" y="38404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חידוד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שני: ResourceDictionary, סטיילים, empty/loading/error, נגישות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11033455" y="463296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33455" y="46329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8724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קיים/חדש, design-time data, Output window ל-binding errors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11033455" y="5425440"/>
            <a:ext cx="609600" cy="6096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033455" y="54254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79720"/>
            <a:ext cx="102104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צ'ק-ליסט UI + הרצה + RTL + נגישות + עקביות</a:t>
            </a:r>
            <a:endParaRPr lang="he-IL" sz="1800" dirty="0"/>
          </a:p>
        </p:txBody>
      </p:sp>
      <p:sp>
        <p:nvSpPr>
          <p:cNvPr id="21" name="Shape 19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הדוגמה: Orders Dashboard — ה-prompt הראשון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1072865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WPF/XAML expert. Generate MainWindow.xaml only (no code-behind logic).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.NET 10 WPF, MVVM. DataContext is OrdersDashboardViewModel with: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SearchText; ObservableCollection&lt;string&gt; Statuses; string? SelectedStatus;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ICommand RefreshCommand, ExportCommand, NewOrderCommand;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TodayOrders; decimal TodayRevenue; int PendingOrders; int ActiveCustomers;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ObservableCollection&lt;OrderRow&gt; Orders (Id, Customer, Date, Total, Status);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OrderRow? SelectedOrder; bool IsBusy; string StatusMessage.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Layout: Grid, 4 rows: toolbar (search TextBox, status ComboBox, Refresh) + title;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KPI cards in a UniformGrid; DataGrid (read-only, currency format);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bar with StatusMessage + Export/New Order buttons.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FlowDirection="RightToLeft", Hebrew labels, MinWidth 900,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brushes via StaticResource keys defined in Window.Resources,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ProgressBar IsIndeterminate bound to IsBusy (BooleanToVisibilityConverter),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standard WPF controls only (no third-party).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(מקוצרת) — Demos/Day4.Demo.AiGeneratedUi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&lt;Window ... Title="לוח הזמנות" MinWidth="900" MinHeight="600"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FlowDirection="RightToLeft" FontFamily="Segoe UI"&gt;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&lt;Window.Resources&gt;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&lt;BooleanToVisibilityConverter x:Key="BoolToVis" /&gt;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&lt;SolidColorBrush x:Key="AccentBrush" Color="#512BD4" /&gt;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&lt;Style x:Key="Card" TargetType="Border"&gt; ... &lt;/Style&gt;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&lt;/Window.Resources&gt;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&lt;Grid Margin="16"&gt;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Rows: Auto / Auto / * / Auto --&gt;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&lt;DockPanel Grid.Row="0"&gt; &lt;!-- title, search, status, refresh --&gt; &lt;/DockPanel&gt;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&lt;UniformGrid Grid.Row="1" Columns="4"&gt;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&lt;Border Style="{StaticResource Card}"&gt; ...TodayOrders... &lt;/Border&gt;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&lt;/UniformGrid&gt;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&lt;DataGrid Grid.Row="2" ItemsSource="{Binding Orders}"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SelectedItem="{Binding SelectedOrder}"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AutoGenerateColumns="False" IsReadOnly="True"&gt;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&lt;DataGridTextColumn Header="סכום"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Binding="{Binding Total, StringFormat=C}" /&gt;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&lt;/DataGrid&gt;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&lt;DockPanel Grid.Row="3"&gt; &lt;!-- buttons, ProgressBar, status --&gt; &lt;/DockPanel&gt;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&lt;/Grid&gt;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&lt;/Window&gt;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עבר — אבל: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xmlns של ספרייה חיצונית שלא ביקשנו → הוסר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StringFormat=C תלוי culture → פורמט מפורש 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empty state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לכן — סיבוב שני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ה-prompt השני — חידוד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 the XAML you produced: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an empty-state TextBlock "אין הזמנות להצגה" centered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over the DataGrid, visible when Orders.Count == 0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(DataTrigger in a Style, no converter).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Move brushes and the Card style to Themes/Dashboard.xaml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merge it.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KPI value TextBlocks use a shared style "KpiValue"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(28, Bold, AccentBrush).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DataGrid: alternating row background, no row headers,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bold column headers.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Add AutomationProperties.Name to the search TextBox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all buttons.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only the changed parts.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 1: מבנה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 2: איכות ועקביות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 3: מצבי שגיאה, מסכים קטנים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only the changed parts" — diff קטן לסקירה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טיפים ל-prompts טובים ל-UI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קודם: Grid N×M, מה ב-Dock, מה נמתח (*) ומה קבוע (Auto); מידות Min/Max; scale 4/8/12/16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מצבים במפורש: loading, empty, error, disabled — ה-AI מדלג עליהם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Validation.ErrorTemplate + ValidatesOnNotifyDataErrors (יום 3)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נגישות: AutomationProperties.Name, ניגודיות, TabIndex, גופנים מ-resources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ועברית! FlowDirection על החלון; מספרים/סכומים LTR בתא; DockPanel.Dock מתהפך; גופן שתומך בעברית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הדביקו את ה-ViewModel; "standard controls only", "no code-behind logic", "no new packages"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מלכודות ב-XAML מ-AI · עקביות עיצוב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מלכודות נפוצות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חסר/מומצא (xmlns:mah, xmlns:sys לא מוגדר)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שלא קיים: &lt;Card&gt;, &lt;Icon&gt;, &lt;NumericUpDown&gt;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לא קיים: CornerRadius על Button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לשם שגוי — בדקו Output window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ב-StaticResource שלא הוגדר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Button_Click עם לוגיקה ב-code-behind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לשמור עקביות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ResourceDictionary אחד: Themes/Colors.xaml + Controls.xaml, ממוזג ב-App.xaml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הוראות: "never hardcode colors; FlowDirection RTL; spacing 4/8/12/16"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דוגמה "מושלם": "Match the look of Views/CustomersView.xaml"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ויזואלי: צילום מסך ב-PR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design-time data (d:DataContext) למעצב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Blazor + AI מהיר יותר · מה הלאה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Web/מובייל או צוות מעורב → Blazor; כלי Prompt-to-UI מייצרים HTML/React בשל → המרה ל-.razor עם העוזר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Blazor Hybrid (MAUI/WPF host) משלב Razor בתוך desktop; WPF נשאר נכון ל-desktop-only ולמערכות קיימות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MAUI — desktop + mobile · Avalonia — XAML חוצה-פלטפורמות · CommunityToolkit.Mvvm — source generators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לצד השרת · Microsoft Learn paths (חינם) · "What's new in C#"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תרגלו: לנסח, לקרוא, לבדוק ולהסביר קוד — עם AI ובלעדיו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— Capstone: Expense Tracker ב-WPF עם AI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עם AI: רשימת קבצים + חברי ה-ViewModel — בלי קוד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+ IExpenseRepository + JSON (כתיבה אטומית) + בדיקות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ViewModels עם INotifyDataErrorInfo ו-AsyncRelayCommand (בלי async void)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 לפי SPEC.md: RTL, Validation.ErrorTemplate, empty state, ProgressBar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סקירה: צ'ק-ליסט מודול 4 + צ'ק-ליסט UI + סקירת AI שנייה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CSV export, SQLite, DI עם Hosting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WPF שלמה ממפרט של עמוד אחד: XAML + ViewModel + JSON + validation — מקצה לקצה עם AI, ואז סקירה וליטוש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שנבנית ורצה, נתונים שורדים הפעלה מחדש, validation ליד השדה, רשימת "מה ה-AI טעה ומה תיקנתי"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FFB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1645920"/>
            <a:ext cx="93570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הכלים ישתנו כל כמה חודשים. מה שיישאר הוא היכולת שלכם לנסח, לקרוא, לבדוק ולהסביר קוד.</a:t>
            </a:r>
            <a:endParaRPr lang="he-IL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4663440"/>
            <a:ext cx="9357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המסר של יום 4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הקורס — ארבעה ימים</a:t>
            </a:r>
            <a:endParaRPr lang="he-IL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828800"/>
            <a:ext cx="8351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1: OOP, collections, LINQ, חריגות — הבסיס לחשיבה ב-C#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2: async, HttpClient, JSON — לדבר עם העולם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3: WPF, MVVM, validation, styles — לבנות ממשק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4: AI ככלי האצה — prompt טוב, review קפדני, ארכיטקטורה שמחזיקה, מדיניות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לקחת הביתה: Demos/Prompts, קובצי הוראות, צ'ק-ליסט הסקירה, Lab 4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כותב — אתם חותמים. תודה!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חומרים, דמואים ופתרונות בריפו הקורס · שאלות? זה הזמן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4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4 — פיתוח בעזרת AI וקוד ניתן לתחזוקה</dc:title>
  <dc:subject>PptxGenJS Presentation</dc:subject>
  <dc:creator>PptxGenJS</dc:creator>
  <cp:lastModifiedBy>PptxGenJS</cp:lastModifiedBy>
  <cp:revision>1</cp:revision>
  <dcterms:created xsi:type="dcterms:W3CDTF">2026-09-27T23:46:27Z</dcterms:created>
  <dcterms:modified xsi:type="dcterms:W3CDTF">2026-09-27T23:46:27Z</dcterms:modified>
</cp:coreProperties>
</file>